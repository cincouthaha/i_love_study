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FDio/VPP 项目分析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代码结构与转发框架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1F5F9"/>
                </a:solidFill>
              </a:rPr>
              <a:t>Vector Packet Processing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(Vector Packet Processing)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高性能数据包处理栈，运行在通用 CPU 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源自 Cisco 的 VPP 技术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开源版本由 FD.io 社区维护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向量化处理 - 批量处理数据包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高吞吐量 - 利用 CPU 缓存和 SIMD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可扩展架构 - 图节点模型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插件系统 - 动态功能扩展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src/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vppinfra/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vlib/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vpp/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vpp-api/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Node 处理模型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节点类型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INPUT - 输入节点（设备驱动）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INTERNAL - 内部处理节点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PROCESS - 协作式多线程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F172A"/>
                </a:solidFill>
              </a:rPr>
              <a:t>PRE_INPUT - 输入前处理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822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数据流示例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6576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4475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dpdk-input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737360"/>
            <a:ext cx="32918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1051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ethernet-input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103120"/>
            <a:ext cx="32918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1762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ip4-lookup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2468880"/>
            <a:ext cx="32918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54203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adj-rewrite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834640"/>
            <a:ext cx="32918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90779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interface-output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向量处理流程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批量处理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一次处理一批数据包（向量），而非逐包处理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关键优化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• CPU 缓存局部性 - 第一批数据预热 I-cache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• SIMD 指令 - AVX512 向量化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• 双/四循环模式 - 每次处理 2-4 个包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自适应调度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轻负载：中断模式 | 高负载：轮询模式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914400"/>
            <a:ext cx="3200400" cy="3474720"/>
          </a:xfrm>
          <a:prstGeom prst="rect">
            <a:avLst>
              <a:gd name="adj" fmla="val 285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VLIB_NODE_FN(ip4_lookup)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4630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= vlib_frame_vector_args(frame);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n_left = frame-&gt;n_vectors;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(n_left &gt;= 4)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处理 4 个包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FIB/DPO 转发架构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控制平面 → 数据平面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FIB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(Forwarding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Information Base)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219456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1371600"/>
            <a:ext cx="22860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645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DPO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(Data Plane Object)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371600"/>
            <a:ext cx="1645920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011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转发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DPO 类型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Load Balance DPO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Lookup DPO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MPLS Label DPO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Replicate DPO (组播)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</a:rPr>
              <a:t>Interface TX DPO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多线程架构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E3A8A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Main Thread (管理：CLI, API, 配置，Stats)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Worker 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(包处理)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dpdk-input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图节点处理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560320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Worker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(包处理)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dpdk-input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图节点处理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6032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Worker 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(包处理)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dpdk-input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图节点处理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线程间通信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vlib_buffer_enqueue_to_thread() - 无锁队列 (Frame Queue)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vlib_buffer_t 缓冲区结构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252728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097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当前数据偏移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490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current_length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1645920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490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当前长度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836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8836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039112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8836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标志位 (IS_TRACED, NEXT_PRESENT)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2768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2768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2432304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2768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流标识符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26700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ref_count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825496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670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引用计数 (多播复制)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next_buffer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3218688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链式下一缓冲索引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3456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current_config_index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31920" y="3611880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4564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配置索引/Feature 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38496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u32[]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54480" y="3849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opaque[10]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31920" y="4005072"/>
            <a:ext cx="18288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8496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节点间元数据传递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82F6"/>
                </a:solidFill>
              </a:rPr>
              <a:t>特点：Header + Data 连续布局，减少依赖读延迟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IPv4 转发数据流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dpdk-input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RX 接收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1280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ethernet-input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L2 解析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12801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ip4-input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L3 验证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ip4-lookup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FIB 查找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ip4-load-balance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ECMP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56032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adj-rewrite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封装 MAC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4023360"/>
            <a:ext cx="2560320" cy="91440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114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4206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interface-output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TX 发送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1554480"/>
            <a:ext cx="0" cy="10058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474720"/>
            <a:ext cx="0" cy="5486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1554480"/>
            <a:ext cx="0" cy="10058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017520"/>
            <a:ext cx="137160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2011680"/>
            <a:ext cx="0" cy="5486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3474720"/>
            <a:ext cx="0" cy="10058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4480560"/>
            <a:ext cx="146304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480560"/>
            <a:ext cx="128016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4480560"/>
            <a:ext cx="0" cy="10058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关键技术特性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向量化处理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批量处理数据包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提高缓存命中率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91440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无锁设计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每线程独立数据结构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避免锁竞争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05156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NUMA 感知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内存分配考虑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NUMA 拓扑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05156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自适应调度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轮询/中断模式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自动切换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06324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1840" y="292608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包跟踪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7472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Trace/Pcap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调试工具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306324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插件系统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动态加载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功能扩展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3063240"/>
            <a:ext cx="457200" cy="457200"/>
          </a:xfrm>
          <a:prstGeom prst="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插件系统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动态插件架构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VLIB_PLUGIN_REGISTER()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clib_error_t *plugin_init(vlib_main_t *vm)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注册节点、CLI 命令等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VLIB_INIT_FUNCTION(plugin_init);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主要插件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dpdk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5361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DPDK 数据平面驱动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5361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网络地址转换 (NAT44, NAT64)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9476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访问控制列表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ipsec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1947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IPsec 加密隧道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194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3591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LISP overlay 网络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3591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VXLAN 隧道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77063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Segment Routing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2770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QUIC 协议支持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控制平面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共享内存消息传递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286000" cy="1371600"/>
          </a:xfrm>
          <a:prstGeom prst="rect">
            <a:avLst/>
          </a:prstGeom>
          <a:solidFill>
            <a:srgbClr val="1E3A8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Plane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(CLI, App)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233172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45920"/>
            <a:ext cx="228600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202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Shared Memory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(vlibmemory)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33172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331720"/>
            <a:ext cx="73152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645920"/>
            <a:ext cx="18288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Dataplane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API 绑定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8288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Python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749040"/>
            <a:ext cx="18288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Lua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3749040"/>
            <a:ext cx="18288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3749040"/>
            <a:ext cx="18288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Java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8348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201168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采用向量化图处理模型，实现高性能转发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FIB/DPO 架构分离控制平面和数据平面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 + 无锁队列实现线速处理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插件系统支持灵活的功能扩展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完善的调试工具 (trace, pcap, CLI)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6B6D4"/>
                </a:solidFill>
              </a:rPr>
              <a:t>Q&amp;A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FDio/VPP 项目代码结构与转发框架分析</dc:title>
  <dc:subject>PptxGenJS Presentation</dc:subject>
  <dc:creator>VPP Analysis</dc:creator>
  <cp:lastModifiedBy>VPP Analysis</cp:lastModifiedBy>
  <cp:revision>1</cp:revision>
  <dcterms:created xsi:type="dcterms:W3CDTF">2026-03-12T10:23:47Z</dcterms:created>
  <dcterms:modified xsi:type="dcterms:W3CDTF">2026-03-12T10:23:47Z</dcterms:modified>
</cp:coreProperties>
</file>