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基础知识与一致性测试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——基于 TAHI 测试套件的技术分享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汇报人：数通开发部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日期：2026/3/12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IPv6 协议基础概述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IPv6 头部结构详解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IPv6 扩展头部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ICMPv6 协议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邻居发现协议（NDP）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地址自动配置（SLAAC）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路径 MTU 发现（PMTU）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  <a:ln>
            <a:solidFill>
              <a:srgbClr val="E87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一致性测试方法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协议背景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IPv4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32 位地址（40 亿）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头部：20-60 字节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无内置安全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NAT 普遍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地址耗尽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IPv6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128 位地址（3.4×10³⁸）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固定头部：40 字节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内置 IPsec 支持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端到端通信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简化头部处理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固定头部格式（40 字节）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Version (4 bits)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Traffic Class (8 bits)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Flow Label (20 bits)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Payload Length (16 bits)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Header (8 bits)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16459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Hop Limit (8 bits)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 Address (128 bits)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Destination Address (128 bits)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字段说明：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Version: IP 版本号（固定为 6）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Traffic Class: 差分服务代码点（DSCP）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Flow Label: 流标识，用于 QoS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Payload Length: 有效载荷长度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Next Header: 下一个头部类型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Hop Limit: 跳数限制（类似 TTL）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版本字段测试（RFC 8200）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测试要点：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验证设备正确识别 Version=6 的数据包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验证设备丢弃 Version≠6 的数据包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版本号错误时应静默丢弃，不生成 ICMP 错误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测试用例：v6LC.1.1.1 - Version Field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预期结果：设备能够正确接收和处理 IPv6 数据包，丢弃非 IPv6 数据包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流量类别与流标签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Traffic Class（流量类别）：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用于差分服务（DiffServ）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8 位字段，支持 64 个服务等级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测试用例：v6LC.1.1.2/1.1.3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Flow Label（流标签）：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20 位字段，标识特定流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用于 QoS 和流量工程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路由器应保持流标签不变转发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测试用例：v6LC.1.1.4/1.1.6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有效载荷长度字段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Payload Length 字段说明：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16 位字段，表示 IPv6 头部后的字节数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最大值：65535 字节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超大包使用 Jumbogram 扩展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v6LC.1.1.5-A: Payload Length 奇数 - PASS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v6LC.1.1.5-B: 路由器转发奇数长度包 - PASS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v6LC.1.1.5-C: Payload Length 偶数 - PASS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下一个头部（Next Header）字段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 Next Header 值：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Hop-by-Hop Options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TCP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UDP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Routing Header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Fragment Header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ICMPv6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 Next Header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Destination Options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跳数限制（Hop Limit）字段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Hop Limit 工作机制：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每经过一跳减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减至 0 时丢弃数据包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路由器发送 ICMPv6 Time Exceeded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防止数据包在网络中无限循环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测试用例：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v6LC.1.1.8: Hop Limit=0 端节点处理 - PASS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v6LC.1.1.9: 路由器 Hop Limit 递减 - PASS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扩展头部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扩展头部处理顺序（RFC 8200）：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头部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3A40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13716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逐跳选项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3A4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13716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路由头部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3A4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1371600" cy="54864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分片头部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3A4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371600"/>
            <a:ext cx="1371600" cy="548640"/>
          </a:xfrm>
          <a:prstGeom prst="rect">
            <a:avLst/>
          </a:prstGeom>
          <a:solidFill>
            <a:srgbClr val="E8772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上层协议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注意：逐跳选项头部必须紧接 IPv6 头部之后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v6LC.1.2.4: 扩展头部处理顺序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v6LC.1.2.5: 选项处理顺序（MSB 位规则）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ICMPv6 协议（RFC 4443）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ICMPv6 消息分类：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772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差错消息（Type 0-127）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1: Destination Unreachable（目的不可达）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2: Packet Too Big（分组过大）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3: Time Exceeded（超时）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4: Parameter Problem（参数问题）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7772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信息消息（Type 128-255）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128: Echo Request（回显请求）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Type 129: Echo Reply（回显应答）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未知信息类型应静默丢弃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ICMPv6 测试结果汇总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Request/Reply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06240" y="118872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188720"/>
            <a:ext cx="320040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097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Destination Unreachable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737360"/>
            <a:ext cx="246888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Packet Too Big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28600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0/2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Time Exceeded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283464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0/2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Parameter Problem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338328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3383280"/>
            <a:ext cx="274320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291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Error Message Validation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931920"/>
            <a:ext cx="41148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931920"/>
            <a:ext cx="411480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6/6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邻居发现协议 NDP（RFC 4861）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NDP 五大功能：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地址解析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替代 ARP，使用 NS/NA 消息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邻居不可达检测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跟踪邻居可达状态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重复地址检测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017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DAD 确保地址唯一性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路由器发现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发现本地路由器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前缀发现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4663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获取网络前缀信息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重复地址检测（DAD）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DAD 工作流程：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节点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 tentative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630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发送 DAD 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目标地址=被测试地址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源地址=::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13716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459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是否收到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 响应？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→ 地址冲突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A7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→ 地址可用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测试用例：v6LC.3.1.1 ~ v6LC.3.1.5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无状态地址自动配置 SLAAC（RFC 4862）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SLAAC 地址生成过程：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 1: 生成链路本地地址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fe80::/64 + EUI-64(接口 MAC)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 2: 执行 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发送 NS 消息检测地址冲突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 3: 接收 RA 获取前缀，生成全局地址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全局前缀/64 + EUI-64(接口 MAC)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MTU 发现 PMTU（RFC 8201）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PMTU 发现机制：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源节点假设 PMTU = 第一跳链路 MTU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发送数据包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如果路由器 MTU &lt; 包大小，丢弃并返回 Packet Too Big 消息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源节点更新 PMTU = 收到的 MTU 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重复步骤 2-4 直到找到最小 MTU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IPv6 最小链路 MTU = 1280 字节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测试结果：v6LC.4.1.x - 大部分测试通过，Packet Too Big 验证失败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一致性测试方法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TAHI 测试套件覆盖：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 8200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IPv6 规范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 个测试用例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 4861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邻居发现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个测试用例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 4862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地址自动配置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 个测试用例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 4443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ICMPv6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 个测试用例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RFC 8201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A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PMTU 发现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个测试用例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感谢聆听！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DDD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技术分享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 基础知识与一致性测试</dc:title>
  <dc:subject>PptxGenJS Presentation</dc:subject>
  <dc:creator>数通开发部</dc:creator>
  <cp:lastModifiedBy>数通开发部</cp:lastModifiedBy>
  <cp:revision>1</cp:revision>
  <dcterms:created xsi:type="dcterms:W3CDTF">2026-03-12T08:21:01Z</dcterms:created>
  <dcterms:modified xsi:type="dcterms:W3CDTF">2026-03-12T08:21:01Z</dcterms:modified>
</cp:coreProperties>
</file>